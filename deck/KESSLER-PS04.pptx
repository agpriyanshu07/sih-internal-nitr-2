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ratio, not on the technology. 53,000 alerts, 10 manoeuvres. Everything on this slide is reproducible by a command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ratio is the problem statement, whatever the official wording says. Say the two numbers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row 3. That is the differentiator — published tools stop at row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scale: we measured it rather than arguing it. npm run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column is the slide to linger on. Volunteering the limits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is on screen in the live demo. Do not round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the AI question. This slide is the answer, and it scores rather than defends.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PS-04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100" kern="0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KESSLER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566928" y="25420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debris tracking and satellite collision risk prediction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3072384"/>
            <a:ext cx="83210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conjunction screening console that ranks which of fifty thousand close approaches is worth acting on — and says what would have to be true for each one to stop mattering.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4315968"/>
            <a:ext cx="11027664" cy="0"/>
          </a:xfrm>
          <a:prstGeom prst="line">
            <a:avLst/>
          </a:prstGeom>
          <a:noFill/>
          <a:ln w="12700">
            <a:solidFill>
              <a:srgbClr val="2B3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5537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859</a:t>
            </a:r>
            <a:pPr indent="0" marL="0">
              <a:buNone/>
            </a:pPr>
            <a:r>
              <a:rPr lang="en-US" sz="150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objects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66928" y="5303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CELESTRAK TLES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45537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3,032</a:t>
            </a:r>
            <a:pPr indent="0" marL="0">
              <a:buNone/>
            </a:pPr>
            <a:r>
              <a:rPr lang="en-US" sz="150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91840" y="5303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368,511 PAIRS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45537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5FB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62/62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5303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KNOWN-ANSWER TESTS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052560" y="45537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kB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52560" y="5303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B7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AND NETWORK AT RUNTIME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6236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6B7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 ·  Space Technology  ·  Internal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5196"/>
            <a:ext cx="100584" cy="100584"/>
          </a:xfrm>
          <a:prstGeom prst="rect">
            <a:avLst/>
          </a:prstGeom>
          <a:solidFill>
            <a:srgbClr val="E0655A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64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is solved. Triage is not.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810512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generated more than 53,000 close-approach alerts for Indian satellites in 2024 and flew ten collision avoidance manoeuvres. Nobody needs software that finds close approaches — they arrive unbidden. What is scarce is the judgement to discard the other 52,990.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3438144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tools that do this are expensive, closed, or priced for operators with a flight-dynamics team. A university group flying one cubesat has the problem and none of the access.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773936"/>
            <a:ext cx="4736592" cy="3803904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20116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INDIA, 2024–26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78040" y="234086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0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53,000+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78040" y="3090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CLOSE-APPROACH ALERTS GENERATED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78040" y="3300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Space Situational Assessment Report 2024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7804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178040" y="46817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MANOEUVRES FLOWN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5,300:1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26880" y="4681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SCREENED PER DECISION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78040" y="4846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22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178040" y="55961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INDIAN LEO SATELLITES AT ELEVATED RISK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ISSAR 2024 (ISRO/IS4OM); Lok Sabha reply, August 2026.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5196"/>
            <a:ext cx="100584" cy="100584"/>
          </a:xfrm>
          <a:prstGeom prst="rect">
            <a:avLst/>
          </a:prstGeom>
          <a:solidFill>
            <a:srgbClr val="F2913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64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this change your mind?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865376"/>
            <a:ext cx="310896" cy="310896"/>
          </a:xfrm>
          <a:prstGeom prst="ellipse">
            <a:avLst/>
          </a:prstGeom>
          <a:solidFill>
            <a:srgbClr val="F2913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0704" y="1810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017520" y="1792224"/>
            <a:ext cx="85770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SGP4 over public TLEs. A three-stage cascade takes 368,511 pairs to 3,032 confirmed events, each with an exact time of closest approach found by bisection — not by sampling.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980944"/>
            <a:ext cx="310896" cy="310896"/>
          </a:xfrm>
          <a:prstGeom prst="ellipse">
            <a:avLst/>
          </a:prstGeom>
          <a:solidFill>
            <a:srgbClr val="EE944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" y="29260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017520" y="2907792"/>
            <a:ext cx="85770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Foster-style collision probability, severity bands, and a 0-100 score whose weights and per-term contributions are printed on the event, so the ranking can be defended rather than only reproduced.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096512"/>
            <a:ext cx="310896" cy="310896"/>
          </a:xfrm>
          <a:prstGeom prst="ellipse">
            <a:avLst/>
          </a:prstGeom>
          <a:solidFill>
            <a:srgbClr val="5FB187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0704" y="4041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017520" y="4023360"/>
            <a:ext cx="85770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counterfactual, per event: the miss distance that would drop it a band, the uncertainty multiplier that would do the same, and whether the verdict is geometry or an artefact of an assumption.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5212080"/>
            <a:ext cx="310896" cy="310896"/>
          </a:xfrm>
          <a:prstGeom prst="ellipse">
            <a:avLst/>
          </a:prstGeom>
          <a:solidFill>
            <a:srgbClr val="9DAEC1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" y="5157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017520" y="5138928"/>
            <a:ext cx="85770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CCSDS 508.0-B-1 Conjunction Data Messages — the format Space-Track, ESA and NASA CARA exchange — so the output enters a pipeline instead of ending in a spreadsheet.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089904"/>
            <a:ext cx="11027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the interface renders every capability from one registry that carries its own status, so it is structurally incapable of presenting something unbuilt as working.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5196"/>
            <a:ext cx="100584" cy="100584"/>
          </a:xfrm>
          <a:prstGeom prst="rect">
            <a:avLst/>
          </a:prstGeom>
          <a:solidFill>
            <a:srgbClr val="F2913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64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cascade ISRO published for CLAPS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this from the physics, then found ISRO's published description of the tool it runs at MCF Hassan. The architectures match stage for stage — convergence, not reimplementation.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49424"/>
            <a:ext cx="26151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368,511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86384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pairs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859 objects, 72-hour horizon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8688" y="27614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10712" y="2249424"/>
            <a:ext cx="26151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368,491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30168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Perigee–apogee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30168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Orbits that can never meet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62472" y="27614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4496" y="2249424"/>
            <a:ext cx="26151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253,010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73952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Velocity-bounded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73952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sweep, 450 km 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06256" y="276148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098280" y="2249424"/>
            <a:ext cx="26151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2432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3,032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17736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to true TCA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17736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on range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0782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450 km gate is derived, not tuned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" y="440740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km/s maximum closing speed × 60 s step ÷ 2. Shrinking it makes the screen look faster while silently missing real approaches. CLAPS derives its own sieve the same way, from twice escape velocity — the same physical bound.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09360" y="4078224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TypeScript · satellite.js · Web Worker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09360" y="4407408"/>
            <a:ext cx="5285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3,710,880 SGP4 propagations in ~15 s. The build-time precompute and the in-browser re-run are the same module, so they cannot disagree. Measured scaling exponent 1.738 against 2.000 for pure all-pairs.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5196"/>
            <a:ext cx="100584" cy="100584"/>
          </a:xfrm>
          <a:prstGeom prst="rect">
            <a:avLst/>
          </a:prstGeom>
          <a:solidFill>
            <a:srgbClr val="5FB187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64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tested, and honest about its limits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394960" cy="3840480"/>
          </a:xfrm>
          <a:prstGeom prst="roundRect">
            <a:avLst>
              <a:gd name="adj" fmla="val 952"/>
            </a:avLst>
          </a:prstGeom>
          <a:solidFill>
            <a:srgbClr val="161D27"/>
          </a:solidFill>
          <a:ln w="9525">
            <a:solidFill>
              <a:srgbClr val="2B3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933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FB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MEASURED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2322576"/>
            <a:ext cx="47914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element sets, epochs, SGP4 propagation, times of closest approach, miss distances and relative velocities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the pair-reduction cascade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burn advisor’s re-propagated post-burn miss distance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known-answer tests, including brute-force all-pairs agreement to 1.14 × 10⁻¹³ km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breakup model checked against three real catalogued events — and its Fengyun-1C disagreement printed on every 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773936"/>
            <a:ext cx="5394960" cy="3840480"/>
          </a:xfrm>
          <a:prstGeom prst="roundRect">
            <a:avLst>
              <a:gd name="adj" fmla="val 952"/>
            </a:avLst>
          </a:prstGeom>
          <a:solidFill>
            <a:srgbClr val="161D27"/>
          </a:solidFill>
          <a:ln w="9525">
            <a:solidFill>
              <a:srgbClr val="2B3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1384" y="199339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EE9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ASSUMED, AND DISCLOSED WHEREVER USED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01384" y="2322576"/>
            <a:ext cx="47914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1σ positional covariance feeding Pc — a TLE carries none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cross-section class, inferred from object type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masses for the consequence chain, where fragment count scales as mass^0.75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control you can sweep, not a constant — and every exported CDM declares COVARIANCE_METHOD = DEFAULT so the assumption survives leaving the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87044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we chose to carry: the demo screens a committed snapshot, not a live feed, because every element set must share one epoch for the run to mean anything. One command re-pulls from CelesTrak.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5196"/>
            <a:ext cx="100584" cy="100584"/>
          </a:xfrm>
          <a:prstGeom prst="rect">
            <a:avLst/>
          </a:prstGeom>
          <a:solidFill>
            <a:srgbClr val="F2913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64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event, taken all the way through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1102766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75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CJ-34550-41599  ·  HIGH  ·  RISK SCORE 80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CARTOSAT-2C  ×  COSMOS 2251 DEB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272491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ISRO earth-observation satellite against a fragment of the 2009 Iridium 33 / Cosmos 2251 collision, fifteen years later.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18704" y="2011680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1.911</a:t>
            </a:r>
            <a:pPr indent="0" marL="0">
              <a:buNone/>
            </a:pPr>
            <a:r>
              <a:rPr lang="en-US" sz="15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918704" y="276148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DISTANCE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564624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EE9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4.9×10⁻⁴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564624" y="2761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7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PROBABILITY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4015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66928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ISRO-involved events, of the 2,901 that pass the default thresholds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343400" y="34015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3.16 km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43400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 distance at which this event would drop a band — 1.25 km more than SGP4 found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19872" y="34015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FB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0.47×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19872" y="4023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uncertainty multiplier that would do the same. A large revision, so this band is geometry, not assumption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reaches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548640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from a single file with the wifi off, on free no-signup data, with no licence and no analyst. A university group with one cubesat gets the same pipeline as an operator with four hundred satellites — which is the access gap the problem statement names.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5196"/>
            <a:ext cx="100584" cy="100584"/>
          </a:xfrm>
          <a:prstGeom prst="rect">
            <a:avLst/>
          </a:prstGeom>
          <a:solidFill>
            <a:srgbClr val="9DAEC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64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800" b="1" dirty="0">
                <a:solidFill>
                  <a:srgbClr val="EEF3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read — and what we chose not to build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6675120" cy="3840480"/>
          </a:xfrm>
          <a:prstGeom prst="roundRect">
            <a:avLst>
              <a:gd name="adj" fmla="val 952"/>
            </a:avLst>
          </a:prstGeom>
          <a:solidFill>
            <a:srgbClr val="161D27"/>
          </a:solidFill>
          <a:ln w="9525">
            <a:solidFill>
              <a:srgbClr val="2B35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9339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DAE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AND STANDARDS IMPLEMENTED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2322576"/>
            <a:ext cx="60716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Vallado &amp; Crawford, SGP4 — AIAA 2006-6753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&amp; Estes, collision probability — NASA JSC-25898, 1992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 et al., NASA Standard Breakup Model — EVOLVE 4.0, 2001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King-Hele, satellite orbital decay; Sutton–Graves stagnation-point heating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Kessler &amp; Cour-Palais, particle-in-a-box cascade rate — JGR, 1978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CCSDS 508.0-B-1, Conjunction Data Message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Flohrer et al., TLE orbit error categorisation — AMOS 2008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Anilkumar et al., CLAPS — ISRO close-approach prediction software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79792" y="1773936"/>
            <a:ext cx="4114800" cy="3840480"/>
          </a:xfrm>
          <a:prstGeom prst="roundRect">
            <a:avLst>
              <a:gd name="adj" fmla="val 952"/>
            </a:avLst>
          </a:prstGeom>
          <a:solidFill>
            <a:srgbClr val="161D27"/>
          </a:solidFill>
          <a:ln w="9525">
            <a:solidFill>
              <a:srgbClr val="2B3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81544" y="19933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E0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THERE IS NO ML MODEL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81544" y="2340864"/>
            <a:ext cx="3511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DA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ran this exact competition on 13,154 real conjunction events. The naive baseline — predict the risk in the most recent CDM — beat almost every model submitted. A later benchmark found one model in roughly five thousand beat it, by 1.4%.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81544" y="4224528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EF3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model here would be decoration we could not validate, inside a project whose argument is that every claim is backed by a test.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81544" y="521208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9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spent that effort on measuring σ instead.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90702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Prototype, engine and every figure in this deck: github.com/agpriyanshu07/SIH-Internal-NITR-2  ·  npm run validate reproduces all 62 checks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2026-08-25T22:53:53Z</dcterms:created>
  <dcterms:modified xsi:type="dcterms:W3CDTF">2026-08-25T22:53:53Z</dcterms:modified>
</cp:coreProperties>
</file>